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85B4-BE2C-776E-E23C-C5172D19E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FA2A5-92EE-EC2A-CBD8-821C43617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ADE0A-733E-AB97-138F-3DB36E46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4AE52-4B1C-55C0-F5F4-1B04673D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F00A3-473F-9CB6-E4DE-7D7582EA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90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E646-F22A-7830-3206-C2E252CE0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87169-247F-9298-CF53-4F03FE2DF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9C17F-BFC3-C000-836D-7653794F9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496F7-9F3F-BC2C-FA24-C1380B24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8BCC2-478E-64B8-2063-F98B9A66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9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7C4B-4215-A61F-E577-8E7300F7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6E7E3-353C-714A-0A80-2232258ED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25F6B-6AC2-4A80-9F58-6BB3EE213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1A90F-E820-3A33-9890-12FB5BCF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8C60C-3FEC-E91F-BE4D-FB9D5CB1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5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B879-5B69-B8F6-0B95-270CD977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53D50-3359-A309-8DFB-D85827618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36A4D-8C98-DC6A-3FC0-DBE064F07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088A5-8B96-99D3-4117-F1C429F1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64BD9-4CFA-A7F0-5249-792F9E528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56A73-E591-9E5A-9B7D-B57369DB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24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E73E-A409-2E8E-FD18-76D8F67D4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73A3A-1EEE-1F4D-1661-7D67D1FED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C6CD8-34AC-0A57-B982-01E15E768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A43FED-9C2F-BB07-F148-A670109C9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A07CE-9050-2457-739F-F1478C1D4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881B2-FA97-0135-20C5-F35EF685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CC4CC-713C-7D1A-76D5-77C8F0F9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63557-7FDA-9BF2-0C22-B35670C7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A65F-4372-11EA-BAD2-D40B26F4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436B7-4CDC-1B3C-D570-2AB034E6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B2BC4-38CF-1FC1-AF14-817E24DA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FCC83-AB74-7491-B830-5F62BCC5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7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C9F25-263F-4239-7EE6-0FC1AC19F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993A7-00FC-C60E-D49A-EAFC02CA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AFDC3-3E89-AE99-21E8-787B5471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3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810B-3109-E694-78D7-4C409B10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500B1-70EC-6DE7-98AC-0D62E22F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A5658-F632-C86F-711C-336E42483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60838-7E2C-CCB4-04BF-5105A736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AD7AF-82B4-C71E-AA48-648A5DB9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DFA31-281A-0EC7-90E3-D847B0AF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8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C614-AA06-F3C1-EFA1-8110E3D2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0175F-4B2A-E171-8335-8F104C6E8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74E48-7D90-49DB-F2F0-F9047C73F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5B380-B86B-B616-0697-19811DCF2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FA7A8-FC0E-C5F7-729D-D83272E1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47D9B-06B3-46E8-DF8E-498E1E93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9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6B7D-AD31-70B1-DB9D-96980DCF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09C7D-263F-F38A-FFC2-5A16241D9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4ABF3-2160-3458-B80E-AFFEBF05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423E0-BEE6-9803-E8DF-D9F3ED36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FE1C-A06D-387C-35F6-1A806E49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43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EEF7B1-EB96-3DEF-8089-B7EF2CD6D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1BE11-3F6F-9EBD-626C-01DBE54AE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BEE11-3DD7-BA2D-89D6-BFD840D5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D4EB3-6B04-D3A3-24FB-94F15434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BA7F7-FADC-CAFE-8753-CF3C013D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5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8C280-745B-C780-8752-CDD2A926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DC8CE-BC73-CFA3-2809-1AAF4D548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9E8C2-44DC-B594-EED7-B4C0B443F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15BE4-712E-45DC-B8A5-8325814F08FC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87DE4-502A-573E-BBAF-719199C79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492DE-DFD6-6BC6-E198-42ECEB93F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74A15-C3C7-4A0A-9D8C-78271E683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5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4F10A8-B49F-B338-CED3-42D3F29D1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13" y="-89453"/>
            <a:ext cx="90153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44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7252-C1F5-CCC1-5F08-EE1EBC3D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38E81-E79C-E52D-202F-7A581F8D0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EEDCE-6465-52D5-489F-C1906D6F9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13"/>
            <a:ext cx="12192000" cy="6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50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anoop sharma</dc:creator>
  <cp:lastModifiedBy>anoop sharma</cp:lastModifiedBy>
  <cp:revision>2</cp:revision>
  <dcterms:created xsi:type="dcterms:W3CDTF">2025-12-24T09:27:36Z</dcterms:created>
  <dcterms:modified xsi:type="dcterms:W3CDTF">2025-12-24T09:28:33Z</dcterms:modified>
</cp:coreProperties>
</file>